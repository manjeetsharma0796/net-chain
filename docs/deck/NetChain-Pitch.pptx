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multilateral netting with atomic settlement on Canton.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proposes, the ledger disposes.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760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 Canton Hackathon</a:t>
            </a:r>
            <a:pPr indent="0" marL="0">
              <a:buNone/>
            </a:pPr>
            <a:r>
              <a:rPr lang="en-US" sz="13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Live on Canton Devnet   ·   </a:t>
            </a:r>
            <a:pPr indent="0" marL="0">
              <a:buNone/>
            </a:pPr>
            <a:r>
              <a:rPr lang="en-US" sz="1300" dirty="0">
                <a:solidFill>
                  <a:srgbClr val="38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Netting leaks, and settlement doesn't finalize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Everyone sees everyone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60120" y="27432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net multilaterally, a coordinator sees the full web of who owes whom.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exposures, volumes, and counterparties leak to competitors in the same net.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Incumbents (Kyriba, SAP In-House Cash) rely on access control, a DB admin can still peek.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C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it hands off to slow rails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83680" y="27432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Netting engines compute a figure, then export an instruction file.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settlement happens later, over conventional bank rails, non-atomically.</a:t>
            </a:r>
            <a:endParaRPr lang="en-US" sz="14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gap is settlement risk: some legs can move while others fail.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intersection nobody else occupies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N-party netting: the operator sees the graph, counterparties stay blind to each other.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Atomic, all-or-nothing settlement of every net leg inside ONE ledger transaction.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Both, on Canton. Netting incumbents do the first and hand off; DLT settlement players do the second, only bilaterally.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863840" y="1828800"/>
            <a:ext cx="3685032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20574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researched competitor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92440" y="2395728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sits at BOTH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92440" y="320040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netting</a:t>
            </a:r>
            <a:endParaRPr lang="en-US" sz="1500" dirty="0"/>
          </a:p>
          <a:p>
            <a:pPr marL="203200" indent="-203200">
              <a:lnSpc>
                <a:spcPct val="130000"/>
              </a:lnSpc>
              <a:buSzPct val="100000"/>
              <a:buChar char="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settlement</a:t>
            </a:r>
            <a:endParaRPr lang="en-US" sz="1500" dirty="0"/>
          </a:p>
          <a:p>
            <a:pPr marL="203200" indent="-203200">
              <a:lnSpc>
                <a:spcPct val="130000"/>
              </a:lnSpc>
              <a:buSzPct val="100000"/>
              <a:buChar char="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Per-party privacy</a:t>
            </a:r>
            <a:endParaRPr lang="en-US" sz="1500" dirty="0"/>
          </a:p>
          <a:p>
            <a:pPr marL="203200" indent="-203200">
              <a:lnSpc>
                <a:spcPct val="130000"/>
              </a:lnSpc>
              <a:buSzPct val="100000"/>
              <a:buChar char="✓"/>
            </a:pPr>
            <a:r>
              <a:rPr lang="en-US" sz="15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Agent-safe by policy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obligations collapse to net, then settle atomically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 Obligations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company records what it owes, on-ledger.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69080" y="32918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26280" y="237744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 Netting cycle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4290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Gross 460k collapses to net 45k.  Σ nets = 0.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329184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412480" y="237744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0" y="2697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 Atomic settle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0" y="34290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net leg moves in one commit, or none do.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A=+15k   B=+30k   C=-45k   (sum zero, gross collapses to a smaller net)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MOMENT 1 · PRIVACY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per-party privacy, a live 404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Company C, ask the ledger for an A→B contract by its exact id: HTTP 404, contract not found.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Company A, the same id resolves 200 with the real amount.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node will not even confirm the contract exists to a non-stakeholder. No app-side masking.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Canton projects each party only the sub-transactions it is party to.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1920240"/>
            <a:ext cx="3913632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IT'S 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2514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C: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/contract?party=company-c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404 CONTRACT_NOT_FOUND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A: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/contract?party=company-a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200  { amount: ... }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MOMENT 2 · ATOMIC DVP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settlement, zero-movement abort then clean settle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First, a settle that breaks a policy cap: it aborts inside the Canton transaction.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Balances do not move, not by a cent. No partial fills, no timing risk.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the clean run: every net leg settles in one commit, one tx id on the ledger.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All-or-nothing DvP is the whole reason to settle on a ledger, not over SWIFT.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1920240"/>
            <a:ext cx="3913632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IT'S 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2514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over-cap settle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rejected in-transaction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balances unchanged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under-cap settle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one commit, one updateId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+15k  B +30k  C -45k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MOMENT 3 · BILATERAL CONSENT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Bilateral confirmation, the fake-invoice safeguard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obligation lands PENDING and is excluded from netting.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only counts once the obligee confirms it on-ledger, the Accept choice, controlled by the obligee.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a fabricated invoice cannot settle on one party's say-so. Both signatures, enforced by the contract.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as a live Smart Contract Upgrade to v1.0.3.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1920240"/>
            <a:ext cx="3913632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C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IT'S 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2514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obligation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accepted: false (pending)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excluded from the net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obligee Accept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accepted: true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now it nets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MOMENT 4 · AGENTIC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AI agent drives it, and gets policy-blocked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6583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agent calls NetChain's tools over our MCP server: record, net, settle.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tries to settle above a party's cap, and is blocked, not by a prompt guardrail, by the on-ledger TreasuryPolicy.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Bounded authority: hand the agent the tools, keep the limit somewhere the agent cannot reach, the ledger.</a:t>
            </a:r>
            <a:endParaRPr lang="en-US" sz="16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MCP tools. An agent can't self-approve a debt (bilateral consent) or raise its own cap (maker-checker).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1920240"/>
            <a:ext cx="3913632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2148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IT'S 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0" y="251460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settle (over cap)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ledger rejects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funds move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cap lives in the Daml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 choice, not in the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 or the prompt.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MODEL, HONESTLY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“If the operator sees the graph, what's private?”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Counterparty privacy is the guarantee, and the valuable kind: A and C never see each other (the live 404).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operator is a trusted, regulated intermediary, the same model as CLS and every netting center today.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already beats incumbents: a ledger boundary, not database access control a DB admin can bypass.</a:t>
            </a:r>
            <a:endParaRPr lang="en-US" sz="170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Removing even operator visibility (operator-blind netting via MPC / ZK) is named as roadmap, honestly, not faked.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IT IS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live on Canton Devnet, upgraded without downtime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23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on 5N Devnet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Canton Protocol Version 35. Every claim in the demo is a real validator response, cross-checkable with curl.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2628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23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Contract Upgrades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00600" y="33375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v1.0.0 → v1.0.4 as live SCUs, no downtime: settlement fix, bilateral confirmation, maker-checker cap governance.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0" y="210312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4231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Verifiable transactions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0" y="333756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settle returns a real updateId; a verify endpoint re-fetches it from the validator.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pkg v1.0.4  8ae58d7c…768cbb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buyer, the gap, and the 2026 validation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</a:t>
            </a:r>
            <a:pPr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Confidential netting + atomic settlement on Canton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808415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buys 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treasury + shared-service centers running an in-house-bank / netting-center model.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buyer as Kyriba, Coprocess/GTreasury, SAP In-House Cash.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Incumbents net-only-then-hand-off, or settle-atomically-but-only-bilaterally. Neither does both.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141C25"/>
          </a:solidFill>
          <a:ln w="12700">
            <a:solidFill>
              <a:srgbClr val="223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 (2026)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J.P. Morgan brought JPMD natively to Canton, explicitly for privacy its own rails lack.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Ripple / GTreasury shipped a TMS fusing netting with a digital-asset rail (no privacy or atomic net claim).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ED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validation that this exact combination is real and not-yet-commoditized.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FA6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 everything, reveal nothing.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netting · atomic settlement · bilateral consent · a policy the ledger enforces · an agent that can't overstep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it:  </a:t>
            </a:r>
            <a:pPr indent="0" marL="0">
              <a:buNone/>
            </a:pPr>
            <a:r>
              <a:rPr lang="en-US" sz="1400" b="1" dirty="0">
                <a:solidFill>
                  <a:srgbClr val="38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netchain.vercel.app</a:t>
            </a:r>
            <a:pPr indent="0" marL="0">
              <a:buNone/>
            </a:pPr>
            <a:r>
              <a:rPr lang="en-US" sz="14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Repo:  </a:t>
            </a:r>
            <a:pPr indent="0" marL="0">
              <a:buNone/>
            </a:pPr>
            <a:r>
              <a:rPr lang="en-US" sz="1400" dirty="0">
                <a:solidFill>
                  <a:srgbClr val="7FA6C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github.com/manjeetsharma0796/Net-chain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48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Agent-usable via the NetChain MCP server (12 tools, bounded by on-ledger policy).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NetChain, pitch</dc:title>
  <dc:subject>PptxGenJS Presentation</dc:subject>
  <dc:creator>NetChain</dc:creator>
  <cp:lastModifiedBy>NetChain</cp:lastModifiedBy>
  <cp:revision>1</cp:revision>
  <dcterms:created xsi:type="dcterms:W3CDTF">2026-07-12T07:56:46Z</dcterms:created>
  <dcterms:modified xsi:type="dcterms:W3CDTF">2026-07-12T07:56:46Z</dcterms:modified>
</cp:coreProperties>
</file>